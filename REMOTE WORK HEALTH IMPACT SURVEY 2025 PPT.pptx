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>
        <p:scale>
          <a:sx n="83" d="100"/>
          <a:sy n="83" d="100"/>
        </p:scale>
        <p:origin x="-5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59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1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60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58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5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42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7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22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426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77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3537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06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03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90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E0A87-E518-4674-BDB3-41BBAEF62586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E268CF-7CA0-455F-93ED-A591200B3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50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atyushpuri/remote-work-health-impact-survey-20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9133" y="1372772"/>
            <a:ext cx="8915399" cy="162657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REMOTE WORK HEALTH IMPACT SURVEY 2025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1805" y="4736708"/>
            <a:ext cx="3828927" cy="896816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 MARIYA JOSE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24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6493" y="465823"/>
            <a:ext cx="5587390" cy="566738"/>
          </a:xfrm>
        </p:spPr>
        <p:txBody>
          <a:bodyPr/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0" r="13680"/>
          <a:stretch>
            <a:fillRect/>
          </a:stretch>
        </p:blipFill>
        <p:spPr>
          <a:xfrm>
            <a:off x="171574" y="1032561"/>
            <a:ext cx="3406897" cy="4535488"/>
          </a:xfrm>
        </p:spPr>
      </p:pic>
      <p:sp>
        <p:nvSpPr>
          <p:cNvPr id="3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017291" y="1242729"/>
            <a:ext cx="7787053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work is now a key feature of the modern workforce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Post-pandemic remote and hybrid work have changed how organizations and employees function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These changes impact employee well-being, productivity, and    work–life balance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dataset includes variables such as mental health, burnout, physical health, work hours, and social isolation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It allows analysis of relationships between remote work intensity and burnout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It also helps examine mental and physical health trends across industries</a:t>
            </a:r>
          </a:p>
        </p:txBody>
      </p:sp>
    </p:spTree>
    <p:extLst>
      <p:ext uri="{BB962C8B-B14F-4D97-AF65-F5344CB8AC3E}">
        <p14:creationId xmlns:p14="http://schemas.microsoft.com/office/powerpoint/2010/main" val="46807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04302"/>
            <a:ext cx="8911687" cy="650775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9742" y="1157652"/>
            <a:ext cx="8915400" cy="46804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overall impact of different work arrangements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health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relationship between remote work intensity (hours per week) and burnout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whether mental health conditions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prevalent in specific work arrangements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how social isolation scores vary among employees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work arrangements.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work-life balance and social-isolation score by salary-range.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41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233" y="527395"/>
            <a:ext cx="8911687" cy="554059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611" y="1295610"/>
            <a:ext cx="9452219" cy="4375427"/>
          </a:xfrm>
        </p:spPr>
      </p:pic>
    </p:spTree>
    <p:extLst>
      <p:ext uri="{BB962C8B-B14F-4D97-AF65-F5344CB8AC3E}">
        <p14:creationId xmlns:p14="http://schemas.microsoft.com/office/powerpoint/2010/main" val="59719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68071"/>
            <a:ext cx="8911687" cy="545267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460" y="1468902"/>
            <a:ext cx="7276514" cy="46099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Rows – 3K+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 – 14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Survey date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when the survey response was submitted (YYYY-MM-DD)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of the respondent (in years)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identity of the respondent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 –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region of employment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sector of the respondent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role –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job title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arrangements –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work mode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Hours per week –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hours worked per week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3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9249" y="783102"/>
            <a:ext cx="7233138" cy="47242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status - Primary self-reported mental health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Burnout level – Self-assessed burnout (categorical: Low, Medium, High)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balance score – Self-rated work-life balance on a scale of 1 (poor) to 5 (excellent)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health issues –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Self-reported physical health complaints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isolation score – Self-rated social isolation on a scale of 1 (none) to 5 (severe)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range - Annual salary range in USD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5194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433" y="562562"/>
            <a:ext cx="3824654" cy="536475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433146"/>
            <a:ext cx="10465777" cy="5249008"/>
          </a:xfrm>
        </p:spPr>
      </p:pic>
    </p:spTree>
    <p:extLst>
      <p:ext uri="{BB962C8B-B14F-4D97-AF65-F5344CB8AC3E}">
        <p14:creationId xmlns:p14="http://schemas.microsoft.com/office/powerpoint/2010/main" val="73680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1"/>
            <a:ext cx="8911687" cy="562852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CRITERIAS USED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533380"/>
            <a:ext cx="7336472" cy="3499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job role based on gender – Clustered bar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health condition over work arrangement – Funnel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Burnout level by survey date – Line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Gender-wise burnout level – Donut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Work-life balance and social-isolation score by salary range – Stacked column chart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Mental-health status and Industry by gender – Decomposition tree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 –slicer</a:t>
            </a:r>
          </a:p>
          <a:p>
            <a:endParaRPr lang="en-US" sz="16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2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24398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CRITERIAS USED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8001" y="1350499"/>
            <a:ext cx="9236611" cy="497644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=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 (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TRUE(),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[Age] &gt;= 22 &amp;&amp; [Age] &lt;= 35, "22-35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[Age] &gt; 35 &amp;&amp; [Age] &lt;= 50, "36-50",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[Age] &gt; 50 &amp;&amp; [Age] &lt;= 65, "51-65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BLANK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age=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MAX(post_pandemic_remote_work_health_impact_2025[Age])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age=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MIN(post_pandemic_remote_work_health_impact_2025[Age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Social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= Score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AVERAGE(post_pandemic_remote_work_health_impact_2025[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Social_Isolation_Score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3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36475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246215"/>
            <a:ext cx="8343900" cy="4897315"/>
          </a:xfrm>
        </p:spPr>
        <p:txBody>
          <a:bodyPr/>
          <a:lstStyle/>
          <a:p>
            <a:endParaRPr lang="en-US" dirty="0" smtClean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post-pandemic dataset shows a complex link between work arrangements, 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well-being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job demands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Remote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hybrid work did not fully reduce stress or improve work–life balance as expected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Health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exist across all work types: onsite, hybrid, and remote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Work–life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scores remain low to moderate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Flexibility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alone does not ensure better personal time or reduced stress</a:t>
            </a:r>
          </a:p>
        </p:txBody>
      </p:sp>
    </p:spTree>
    <p:extLst>
      <p:ext uri="{BB962C8B-B14F-4D97-AF65-F5344CB8AC3E}">
        <p14:creationId xmlns:p14="http://schemas.microsoft.com/office/powerpoint/2010/main" val="114474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62852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2925" y="1556682"/>
            <a:ext cx="8722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mental health support across all work arrangements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work–life boundaries to prevent burnout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well-being regularly using surveys and check-ins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Tailor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programs by industry and gender-specific needs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manageable workloads, not just flexible schedules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Foster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connection to reduce isolation in remote and hybrid team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43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01305"/>
          </a:xfrm>
        </p:spPr>
        <p:txBody>
          <a:bodyPr>
            <a:norm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7360" y="1409114"/>
            <a:ext cx="7498080" cy="4715468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>
                <a:solidFill>
                  <a:srgbClr val="0070C0"/>
                </a:solidFill>
                <a:hlinkClick r:id="rId2"/>
              </a:rPr>
              <a:t>https://</a:t>
            </a:r>
            <a:r>
              <a:rPr lang="en-IN" sz="1600" dirty="0" smtClean="0">
                <a:solidFill>
                  <a:srgbClr val="0070C0"/>
                </a:solidFill>
                <a:hlinkClick r:id="rId2"/>
              </a:rPr>
              <a:t>www.kaggle.com/datasets/pratyushpuri/remote-work-health-impact-survey-2025</a:t>
            </a:r>
            <a:endParaRPr lang="en-IN" sz="16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77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2967</TotalTime>
  <Words>599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Wisp</vt:lpstr>
      <vt:lpstr>REMOTE WORK HEALTH IMPACT SURVEY 2025</vt:lpstr>
      <vt:lpstr>INTRODUCTION</vt:lpstr>
      <vt:lpstr>OBJECTIVES</vt:lpstr>
      <vt:lpstr>DATASET</vt:lpstr>
      <vt:lpstr>DATASET STRUCTURE</vt:lpstr>
      <vt:lpstr>PowerPoint Presentation</vt:lpstr>
      <vt:lpstr>DASHBOARD</vt:lpstr>
      <vt:lpstr>CRITERIAS USED</vt:lpstr>
      <vt:lpstr>CRITERIAS USED</vt:lpstr>
      <vt:lpstr>CONCLUSION</vt:lpstr>
      <vt:lpstr>SUGGESTIONS</vt:lpstr>
      <vt:lpstr>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 HEALTH IMPACT SURVEY 2025</dc:title>
  <dc:creator>pc</dc:creator>
  <cp:lastModifiedBy>pc</cp:lastModifiedBy>
  <cp:revision>31</cp:revision>
  <dcterms:created xsi:type="dcterms:W3CDTF">2025-12-04T16:29:26Z</dcterms:created>
  <dcterms:modified xsi:type="dcterms:W3CDTF">2026-01-23T18:24:01Z</dcterms:modified>
</cp:coreProperties>
</file>